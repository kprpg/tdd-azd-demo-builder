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Azure Arc For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5A"/>
                </a:solidFill>
                <a:latin typeface="Aptos"/>
              </a:rPr>
              <a:t>DBA pilot, SQL Server 2016 ESUs, demo value, and The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Hybrid SQL management control plane for on-premises and multicloud servers</a:t>
            </a:r>
          </a:p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Focus: pilot onboarding, SQL 2016 support strategy, free vs paid capabilities</a:t>
            </a:r>
          </a:p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Outcome: move from one-off onboarding to a governed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Prepared for DBA discussion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Why DBAs Should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Single Azure control plane for SQL estate outside Azure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Central inventory of servers, instances, and databases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Better governance, lifecycle visibility, and modernization planning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ESU readiness becomes an operational workflow instead of a last-minute scramble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Azure Arc-enabled servers + SQL Server enabled by Azure Arc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Pilot Scope And Prerequisites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8D4"/>
                </a:solidFill>
                <a:latin typeface="Aptos Display"/>
              </a:rP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8D4"/>
                </a:solidFill>
                <a:latin typeface="Aptos Display"/>
              </a:rPr>
              <a:t>Prerequisites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5 to 15 representative database servers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Include SQL Server 2016 and newer versions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Mix of easy candidates and production-like systems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Define clear success criteria before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0574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Azure subscription and resource group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Outbound HTTPS on TCP 443 or approved proxy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Local admin rights for Connected Machine agent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RBAC, tags, naming, and ownership model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Enable SQL Server in Azure Arc after machine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Keep the pilot small enough to learn, broad enough to prove repeatability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Pilot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1. Select pilot servers and confirm ownership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2. Connect hosts to Azure Arc as Arc-enabled servers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3. Enable SQL Server enabled by Azure Arc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4. Validate inventory, tags, RBAC, and health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5. Decide whether the onboarding motion is ready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Success is operational repeatability, not just technical connectivity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What SQL Server 2016 ESUs Require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Arc-enabled server onboarding is the prerequisite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SQL Server enabled by Azure Arc must be configured and healthy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Choose the right ESU model: v-core, p-core, or p-core with unlimited virtualization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Use active Software Assurance, SQL subscription, or Azure pay-as-you-go billing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Classify each SQL 2016 workload: upgrade, migrate, retire, or ESU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ESUs are a temporary exception path, not the default lifecycle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Free Value For DBAs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Central inventory of Arc-enabled servers and SQL instances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Version, edition, core count, host OS, and database visibility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Azure Resource Graph queries and dashboards for SQL estate reporting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Governance through tags, RBAC, and policy attachment points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Migration readiness and custom data collection through Arc Run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Lead the demo with immediate operational value before discussing paid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Paid And Add-On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8D4"/>
                </a:solidFill>
                <a:latin typeface="Aptos Display"/>
              </a:rPr>
              <a:t>Paid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66420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78D4"/>
                </a:solidFill>
                <a:latin typeface="Aptos Display"/>
              </a:rPr>
              <a:t>Positioning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SQL Server ESU subscriptions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Defender for Cloud / Defender for SQL scenarios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SQL Server pay-as-you-go licensing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Monitoring scenarios backed by AMA and Log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05740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Keep free and paid stories separate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Reserve ESUs for justified exception workloads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Use cost and lifecycle data to decide when to transition off ESUs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Aptos"/>
              </a:defRPr>
            </a:pPr>
            <a:r>
              <a:t>Avoid presenting ESU as the default answer for all SQL 2016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Paid options should sit on top of a well-governed Arc foundation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Suggested 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Show Arc-enabled servers and highlight machine health, tags, and ownership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Show SQL Server enabled by Azure Arc and compare a SQL 2016 instance with a newer version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Show free value first: inventory, Resource Graph, dashboards, and governance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Explain where ESU configuration fits without turning the demo into a licensing discussion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  <a:latin typeface="Aptos"/>
              </a:defRPr>
            </a:pPr>
            <a:r>
              <a:t>Close with how The Factory makes this repeatable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Aim for a 15-20 minute demo with clear DBA relevance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How The Factory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Standardize discovery of the SQL estate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Classify SQL 2016 workloads into upgrade, migrate, retire, or ESU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Automate Arc onboarding and SQL extension enablement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Apply consistent tags, RBAC, and policy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Roll out in waves instead of one server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The Factory turns a pilot into an operating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0B3D91"/>
                </a:solidFill>
                <a:latin typeface="Aptos Display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Confirm the pilot server list and ownership model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Validate network and proxy requirements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Onboard the pilot and verify SQL visibility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Create the SQL 2016 classification list</a:t>
            </a:r>
          </a:p>
          <a:p>
            <a:pPr>
              <a:spcAft>
                <a:spcPts val="800"/>
              </a:spcAft>
              <a:defRPr sz="2100">
                <a:solidFill>
                  <a:srgbClr val="202020"/>
                </a:solidFill>
                <a:latin typeface="Aptos"/>
              </a:defRPr>
            </a:pPr>
            <a:r>
              <a:t>Define the Factory-led rollout pattern for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  <a:latin typeface="Aptos"/>
              </a:rPr>
              <a:t>Use the pilot to prove repeatability, governance, and DBA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